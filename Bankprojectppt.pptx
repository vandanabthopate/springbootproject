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9"/>
  </p:notesMasterIdLst>
  <p:sldIdLst>
    <p:sldId id="257" r:id="rId2"/>
    <p:sldId id="258" r:id="rId3"/>
    <p:sldId id="260" r:id="rId4"/>
    <p:sldId id="290" r:id="rId5"/>
    <p:sldId id="283" r:id="rId6"/>
    <p:sldId id="289" r:id="rId7"/>
    <p:sldId id="264" r:id="rId8"/>
    <p:sldId id="284" r:id="rId9"/>
    <p:sldId id="285" r:id="rId10"/>
    <p:sldId id="287" r:id="rId11"/>
    <p:sldId id="288" r:id="rId12"/>
    <p:sldId id="291" r:id="rId13"/>
    <p:sldId id="293" r:id="rId14"/>
    <p:sldId id="268" r:id="rId15"/>
    <p:sldId id="265" r:id="rId16"/>
    <p:sldId id="263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BDDEF-F90F-4EE3-8778-525B5F9B4C4C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99F18-D9B8-4B93-8FA4-E96003B76A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62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D6C8D-9D16-4861-97AF-57DD09E52EED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38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1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49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4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1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67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2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80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51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4123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24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3362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69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66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3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69BD8-6C5F-4E31-A2DC-4D1C2D9DF238}" type="datetimeFigureOut">
              <a:rPr lang="en-US" smtClean="0"/>
              <a:pPr/>
              <a:t>5/1/2022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614822-87BC-4DB3-B0D8-90DBD0F6F4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3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02968"/>
            <a:ext cx="7024744" cy="1143000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 </a:t>
            </a:r>
            <a:r>
              <a:rPr lang="en-US" sz="3200" b="1" dirty="0" err="1">
                <a:solidFill>
                  <a:srgbClr val="FF0000"/>
                </a:solidFill>
              </a:rPr>
              <a:t>Edubridge</a:t>
            </a:r>
            <a:r>
              <a:rPr lang="en-US" sz="3200" b="1" dirty="0">
                <a:solidFill>
                  <a:srgbClr val="FF0000"/>
                </a:solidFill>
              </a:rPr>
              <a:t> Learning </a:t>
            </a:r>
            <a:r>
              <a:rPr lang="en-US" sz="3200" b="1" dirty="0" err="1">
                <a:solidFill>
                  <a:srgbClr val="FF0000"/>
                </a:solidFill>
              </a:rPr>
              <a:t>Pvt</a:t>
            </a:r>
            <a:r>
              <a:rPr lang="en-US" sz="3200" b="1" dirty="0">
                <a:solidFill>
                  <a:srgbClr val="FF0000"/>
                </a:solidFill>
              </a:rPr>
              <a:t> Ltd </a:t>
            </a:r>
            <a:r>
              <a:rPr lang="en-US" sz="3200" b="1" dirty="0" err="1">
                <a:solidFill>
                  <a:srgbClr val="FF0000"/>
                </a:solidFill>
              </a:rPr>
              <a:t>Pune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4999"/>
            <a:ext cx="8153400" cy="533401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algn="ctr"/>
            <a:r>
              <a:rPr lang="en-US" sz="3200" b="1" u="sng" dirty="0">
                <a:solidFill>
                  <a:schemeClr val="accent1"/>
                </a:solidFill>
              </a:rPr>
              <a:t>Topic: </a:t>
            </a:r>
            <a:r>
              <a:rPr lang="en-US" sz="3200" u="sng" dirty="0">
                <a:solidFill>
                  <a:schemeClr val="accent1"/>
                </a:solidFill>
              </a:rPr>
              <a:t>Bank</a:t>
            </a:r>
            <a:r>
              <a:rPr lang="en-US" sz="3200" b="1" u="sng" dirty="0">
                <a:solidFill>
                  <a:schemeClr val="accent1"/>
                </a:solidFill>
              </a:rPr>
              <a:t> Management System using Spring Boot.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480" y="2438400"/>
            <a:ext cx="8686800" cy="3919558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				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Ms.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Vanadana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Thopate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			Ms.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Jayamala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			Ms. Chandrika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			Ms. Komal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			 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By:</a:t>
            </a:r>
          </a:p>
          <a:p>
            <a:pPr marL="1892808" lvl="8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Prof.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Indrakka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Mali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457200"/>
            <a:ext cx="1285884" cy="1285884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90600" y="1676400"/>
            <a:ext cx="609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ER Diagram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Software Requirement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Explanation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838200"/>
            <a:ext cx="7334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44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Introduction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Bank Management System application is used to store all type of employee  data.</a:t>
            </a:r>
          </a:p>
          <a:p>
            <a:r>
              <a:rPr lang="en-US" sz="2000" dirty="0"/>
              <a:t>Admin can access ,insert ,update , delete data of all the users.</a:t>
            </a:r>
          </a:p>
          <a:p>
            <a:r>
              <a:rPr lang="en-US" sz="2000" dirty="0"/>
              <a:t>This application can be used to store employee data in  secure form in company. 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latin typeface="Times New Roman" pitchFamily="18" charset="0"/>
                <a:cs typeface="Times New Roman" pitchFamily="18" charset="0"/>
              </a:rPr>
              <a:t>ER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A5B83F-6A08-BEED-E29B-4C8D22811B44}"/>
              </a:ext>
            </a:extLst>
          </p:cNvPr>
          <p:cNvCxnSpPr/>
          <p:nvPr/>
        </p:nvCxnSpPr>
        <p:spPr>
          <a:xfrm>
            <a:off x="3124200" y="24384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486A166-A71A-F606-2267-DCA53708861F}"/>
              </a:ext>
            </a:extLst>
          </p:cNvPr>
          <p:cNvSpPr/>
          <p:nvPr/>
        </p:nvSpPr>
        <p:spPr>
          <a:xfrm>
            <a:off x="2590806" y="4546600"/>
            <a:ext cx="1066788" cy="48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32551FC0-39C4-B0BC-4330-E82985AF00A5}"/>
              </a:ext>
            </a:extLst>
          </p:cNvPr>
          <p:cNvSpPr/>
          <p:nvPr/>
        </p:nvSpPr>
        <p:spPr>
          <a:xfrm>
            <a:off x="2055019" y="2988469"/>
            <a:ext cx="2090626" cy="48260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manage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81C5B2-B9D1-2943-7617-5E1FD9243368}"/>
              </a:ext>
            </a:extLst>
          </p:cNvPr>
          <p:cNvSpPr/>
          <p:nvPr/>
        </p:nvSpPr>
        <p:spPr>
          <a:xfrm>
            <a:off x="2590807" y="1930401"/>
            <a:ext cx="1142991" cy="5079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4B06B7-80B3-9EEA-38DB-7CCEFA262BC8}"/>
              </a:ext>
            </a:extLst>
          </p:cNvPr>
          <p:cNvSpPr txBox="1"/>
          <p:nvPr/>
        </p:nvSpPr>
        <p:spPr>
          <a:xfrm>
            <a:off x="3124193" y="2572803"/>
            <a:ext cx="495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7891F3-9AA2-A369-49D5-97930A4C774B}"/>
              </a:ext>
            </a:extLst>
          </p:cNvPr>
          <p:cNvSpPr txBox="1"/>
          <p:nvPr/>
        </p:nvSpPr>
        <p:spPr>
          <a:xfrm>
            <a:off x="3124200" y="3962400"/>
            <a:ext cx="28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76853-E5BB-D359-7AD5-B30AA1FE59DD}"/>
              </a:ext>
            </a:extLst>
          </p:cNvPr>
          <p:cNvCxnSpPr/>
          <p:nvPr/>
        </p:nvCxnSpPr>
        <p:spPr>
          <a:xfrm flipH="1" flipV="1">
            <a:off x="2586038" y="4529138"/>
            <a:ext cx="4768" cy="17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ABA295-677D-FD53-C566-47162787A07C}"/>
              </a:ext>
            </a:extLst>
          </p:cNvPr>
          <p:cNvCxnSpPr>
            <a:cxnSpLocks/>
          </p:cNvCxnSpPr>
          <p:nvPr/>
        </p:nvCxnSpPr>
        <p:spPr>
          <a:xfrm>
            <a:off x="1524000" y="4191000"/>
            <a:ext cx="1062038" cy="355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0F37FC-889A-ACB7-F06A-30AED3C482BC}"/>
              </a:ext>
            </a:extLst>
          </p:cNvPr>
          <p:cNvCxnSpPr>
            <a:cxnSpLocks/>
          </p:cNvCxnSpPr>
          <p:nvPr/>
        </p:nvCxnSpPr>
        <p:spPr>
          <a:xfrm flipH="1">
            <a:off x="1524000" y="5029200"/>
            <a:ext cx="1062038" cy="266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6EE660-1BD8-8685-FD82-4783C4FD613C}"/>
              </a:ext>
            </a:extLst>
          </p:cNvPr>
          <p:cNvCxnSpPr>
            <a:stCxn id="7" idx="2"/>
          </p:cNvCxnSpPr>
          <p:nvPr/>
        </p:nvCxnSpPr>
        <p:spPr>
          <a:xfrm flipH="1">
            <a:off x="3124193" y="5029200"/>
            <a:ext cx="7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D391284-8D2A-0772-259D-58594EEED31C}"/>
              </a:ext>
            </a:extLst>
          </p:cNvPr>
          <p:cNvCxnSpPr/>
          <p:nvPr/>
        </p:nvCxnSpPr>
        <p:spPr>
          <a:xfrm>
            <a:off x="3619481" y="5029200"/>
            <a:ext cx="723916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B03231EA-507C-1BA0-CFC1-3B9EDC9F4A32}"/>
              </a:ext>
            </a:extLst>
          </p:cNvPr>
          <p:cNvSpPr/>
          <p:nvPr/>
        </p:nvSpPr>
        <p:spPr>
          <a:xfrm>
            <a:off x="228689" y="3784600"/>
            <a:ext cx="1371512" cy="558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name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86F507-48DA-2D7E-6FAC-1299164D63F9}"/>
              </a:ext>
            </a:extLst>
          </p:cNvPr>
          <p:cNvSpPr/>
          <p:nvPr/>
        </p:nvSpPr>
        <p:spPr>
          <a:xfrm>
            <a:off x="457199" y="5181600"/>
            <a:ext cx="1371499" cy="381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address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42FB6E2-6538-2BB8-D7C2-A91FCC0A2B32}"/>
              </a:ext>
            </a:extLst>
          </p:cNvPr>
          <p:cNvSpPr/>
          <p:nvPr/>
        </p:nvSpPr>
        <p:spPr>
          <a:xfrm>
            <a:off x="2586038" y="5791200"/>
            <a:ext cx="114776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email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DEF3E01-7F6C-A947-C000-F027361688ED}"/>
              </a:ext>
            </a:extLst>
          </p:cNvPr>
          <p:cNvSpPr/>
          <p:nvPr/>
        </p:nvSpPr>
        <p:spPr>
          <a:xfrm>
            <a:off x="4267199" y="5486399"/>
            <a:ext cx="1371586" cy="38099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cell no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21977E-EBF5-E872-BD1D-6F6BD55CE863}"/>
              </a:ext>
            </a:extLst>
          </p:cNvPr>
          <p:cNvCxnSpPr>
            <a:cxnSpLocks/>
          </p:cNvCxnSpPr>
          <p:nvPr/>
        </p:nvCxnSpPr>
        <p:spPr>
          <a:xfrm>
            <a:off x="3733798" y="2057400"/>
            <a:ext cx="2209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FEF6049B-94B2-F360-D5C0-61202D148D0B}"/>
              </a:ext>
            </a:extLst>
          </p:cNvPr>
          <p:cNvSpPr/>
          <p:nvPr/>
        </p:nvSpPr>
        <p:spPr>
          <a:xfrm>
            <a:off x="5867400" y="1728805"/>
            <a:ext cx="1409714" cy="63339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view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382D8B-1E7D-8A80-0000-E31DD048E9C3}"/>
              </a:ext>
            </a:extLst>
          </p:cNvPr>
          <p:cNvCxnSpPr/>
          <p:nvPr/>
        </p:nvCxnSpPr>
        <p:spPr>
          <a:xfrm flipH="1">
            <a:off x="6900863" y="2209800"/>
            <a:ext cx="56450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B92EC92-8955-04AC-A89C-C81B5305A817}"/>
              </a:ext>
            </a:extLst>
          </p:cNvPr>
          <p:cNvCxnSpPr>
            <a:stCxn id="52" idx="2"/>
          </p:cNvCxnSpPr>
          <p:nvPr/>
        </p:nvCxnSpPr>
        <p:spPr>
          <a:xfrm flipH="1">
            <a:off x="6553200" y="2362200"/>
            <a:ext cx="19057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B6E2EA7-62C1-9D76-FEA3-6756A9DD4AB6}"/>
              </a:ext>
            </a:extLst>
          </p:cNvPr>
          <p:cNvSpPr/>
          <p:nvPr/>
        </p:nvSpPr>
        <p:spPr>
          <a:xfrm>
            <a:off x="6038920" y="2942135"/>
            <a:ext cx="1409714" cy="3344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transaction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C99C89-3595-AF9B-9909-2CC8D7063565}"/>
              </a:ext>
            </a:extLst>
          </p:cNvPr>
          <p:cNvCxnSpPr/>
          <p:nvPr/>
        </p:nvCxnSpPr>
        <p:spPr>
          <a:xfrm flipH="1">
            <a:off x="6038920" y="3276600"/>
            <a:ext cx="51428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9FEC5F1-041F-1FCE-061F-C24C8A4BD69C}"/>
              </a:ext>
            </a:extLst>
          </p:cNvPr>
          <p:cNvCxnSpPr/>
          <p:nvPr/>
        </p:nvCxnSpPr>
        <p:spPr>
          <a:xfrm>
            <a:off x="6900863" y="3276600"/>
            <a:ext cx="185737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20278CFC-689F-D4E7-9A5E-05C1CF0FF80C}"/>
              </a:ext>
            </a:extLst>
          </p:cNvPr>
          <p:cNvSpPr/>
          <p:nvPr/>
        </p:nvSpPr>
        <p:spPr>
          <a:xfrm>
            <a:off x="5181600" y="4114800"/>
            <a:ext cx="1333454" cy="38099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 type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9EC9168-31F1-E0FB-B442-332D7AD7C896}"/>
              </a:ext>
            </a:extLst>
          </p:cNvPr>
          <p:cNvSpPr/>
          <p:nvPr/>
        </p:nvSpPr>
        <p:spPr>
          <a:xfrm>
            <a:off x="6629400" y="4114800"/>
            <a:ext cx="1104868" cy="3809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acno</a:t>
            </a:r>
            <a:endParaRPr lang="en-IN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A623805-AE7D-A010-BA78-7B4D98665B66}"/>
              </a:ext>
            </a:extLst>
          </p:cNvPr>
          <p:cNvCxnSpPr>
            <a:stCxn id="8" idx="2"/>
            <a:endCxn id="7" idx="0"/>
          </p:cNvCxnSpPr>
          <p:nvPr/>
        </p:nvCxnSpPr>
        <p:spPr>
          <a:xfrm>
            <a:off x="3100332" y="3471069"/>
            <a:ext cx="23868" cy="1075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19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err="1">
                <a:latin typeface="Times New Roman" pitchFamily="18" charset="0"/>
                <a:cs typeface="Times New Roman" pitchFamily="18" charset="0"/>
              </a:rPr>
              <a:t>WorkFlow</a:t>
            </a:r>
            <a:endParaRPr lang="en-IN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Font typeface="Arial" pitchFamily="34" charset="0"/>
              <a:buChar char="•"/>
            </a:pPr>
            <a:r>
              <a:rPr lang="en-US" sz="2400" dirty="0"/>
              <a:t> Client send a request to server for  different options like inserting ,fetching ,update and delete a data.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2400" dirty="0"/>
              <a:t>When client hit on request .Request goes to the </a:t>
            </a:r>
            <a:r>
              <a:rPr lang="en-US" sz="2400" dirty="0" err="1"/>
              <a:t>Contoller</a:t>
            </a:r>
            <a:r>
              <a:rPr lang="en-US" sz="2400" dirty="0"/>
              <a:t> Class  and use respective URL to take data 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2400" dirty="0"/>
              <a:t>Then control of  URL goes to the service Class And Conditions get Executed.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2400" dirty="0"/>
              <a:t>For returning response to </a:t>
            </a:r>
            <a:r>
              <a:rPr lang="en-US" sz="2400" dirty="0" err="1"/>
              <a:t>cliend</a:t>
            </a:r>
            <a:r>
              <a:rPr lang="en-US" sz="2400" dirty="0"/>
              <a:t> use  same </a:t>
            </a:r>
            <a:r>
              <a:rPr lang="en-US" sz="2400" dirty="0" err="1"/>
              <a:t>sequence.Service</a:t>
            </a:r>
            <a:r>
              <a:rPr lang="en-US" sz="2400" dirty="0"/>
              <a:t> To </a:t>
            </a:r>
            <a:r>
              <a:rPr lang="en-US" sz="2400" dirty="0" err="1"/>
              <a:t>Controll</a:t>
            </a:r>
            <a:r>
              <a:rPr lang="en-US" sz="2400" dirty="0"/>
              <a:t> Class.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2400" dirty="0"/>
              <a:t>Here Repository class is used to interact with database using Hibernate Technology.</a:t>
            </a:r>
          </a:p>
          <a:p>
            <a:pPr marL="0" indent="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119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372119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35795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Fig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Process of Phishing websites.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Annotations ( @)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Annotations are used to provide supplemental information about a program. </a:t>
            </a:r>
          </a:p>
          <a:p>
            <a:pPr fontAlgn="base"/>
            <a:r>
              <a:rPr lang="en-US" dirty="0"/>
              <a:t>Annotations start with ‘</a:t>
            </a:r>
            <a:r>
              <a:rPr lang="en-US" b="1" dirty="0"/>
              <a:t>@</a:t>
            </a:r>
            <a:r>
              <a:rPr lang="en-US" dirty="0"/>
              <a:t>’.</a:t>
            </a:r>
          </a:p>
          <a:p>
            <a:pPr marL="514350" indent="-514350">
              <a:buAutoNum type="arabicPeriod"/>
            </a:pPr>
            <a:r>
              <a:rPr lang="en-US" dirty="0"/>
              <a:t>@Id: This id annotation is used to declare attribute as primary.</a:t>
            </a:r>
          </a:p>
          <a:p>
            <a:pPr marL="514350" indent="-514350">
              <a:buAutoNum type="arabicPeriod"/>
            </a:pPr>
            <a:r>
              <a:rPr lang="en-US" dirty="0"/>
              <a:t>@GeneratedValue: Used to generate value automatically when use insert new record</a:t>
            </a:r>
          </a:p>
          <a:p>
            <a:pPr marL="514350" indent="-514350">
              <a:buAutoNum type="arabicPeriod"/>
            </a:pPr>
            <a:r>
              <a:rPr lang="en-US" dirty="0"/>
              <a:t>@SequenceGenerator: used to assign initial value from where user want to generate .</a:t>
            </a:r>
          </a:p>
          <a:p>
            <a:pPr marL="514350" indent="-514350">
              <a:buAutoNum type="arabicPeriod"/>
            </a:pPr>
            <a:r>
              <a:rPr lang="en-US" dirty="0"/>
              <a:t>@Column: When user want to add constraint on column that time this @ is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305800" cy="5334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@Email: used to compare email format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@Range: Used to assign rang for number type of input. Eg. 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@size: Used in collection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@length: Used to assign range like minimum and maximum for the string type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@NotNull: This gives manadatory filed to enter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@ManyToOne: To create the many-to-one relationship between the Employee and department entities.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@JoinColumn: </a:t>
            </a:r>
            <a:r>
              <a:rPr lang="en-US" dirty="0"/>
              <a:t>helps us specify the column we'll use for joining.</a:t>
            </a:r>
            <a:r>
              <a:rPr lang="en-US" b="1" dirty="0"/>
              <a:t> 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305800" cy="5334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@JsonIgnore:</a:t>
            </a:r>
            <a:r>
              <a:rPr lang="en-US" dirty="0"/>
              <a:t> Is  used to ignore the logical property used in serialization and deserialization.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@Entity: is used is used to mark this class as an Entity bean.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OneToMany:</a:t>
            </a:r>
            <a:r>
              <a:rPr lang="en-US" dirty="0"/>
              <a:t> is used to create the one-to-many relationship between the Admin and Users entities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Cascadetype.All:</a:t>
            </a:r>
            <a:r>
              <a:rPr lang="en-US" b="1" dirty="0"/>
              <a:t> </a:t>
            </a:r>
            <a:r>
              <a:rPr lang="en-US" dirty="0"/>
              <a:t>ensure that all persistence events such as persist, refresh, merge and remove that occur on the parent, will be passed to the child.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305800" cy="5334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@Configuration: W</a:t>
            </a:r>
            <a:r>
              <a:rPr lang="en-US" dirty="0"/>
              <a:t>hich indicates that the class has @Bean definition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@Bean: W</a:t>
            </a:r>
            <a:r>
              <a:rPr lang="en-US" dirty="0"/>
              <a:t>hich is applied on a method to specify that it returns a bean to be managed by Spring context.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@override:</a:t>
            </a:r>
            <a:r>
              <a:rPr lang="en-US" dirty="0"/>
              <a:t> Informs the compiler that the element is meant to override an element declared in a superclass.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@Autowired: Enables you to inject the object dependency implicitly.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305800" cy="5334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@ControllerAdvice: A</a:t>
            </a:r>
            <a:r>
              <a:rPr lang="en-US" dirty="0"/>
              <a:t>llows to handle exceptions across the whole application in one global handling component.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@ResponseStatus: T</a:t>
            </a:r>
            <a:r>
              <a:rPr lang="en-US" dirty="0"/>
              <a:t>o mark a method or an exception class with a status code and reason that should be returned.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@ExceptionaHandler : U</a:t>
            </a:r>
            <a:r>
              <a:rPr lang="en-US" dirty="0"/>
              <a:t>sed to handle the specific exceptions and sending the custom responses to the client.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@Service:</a:t>
            </a:r>
            <a:r>
              <a:rPr lang="en-US" dirty="0"/>
              <a:t>It is used to mark the class as a service provider.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Application Programming Interface(APIs)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57400"/>
            <a:ext cx="8534400" cy="4389120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APIS Under Admin To Do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“admin/all/” :   This URL use for add users by admin.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/admin/delete/{</a:t>
            </a:r>
            <a:r>
              <a:rPr lang="en-US" sz="2000" dirty="0" err="1"/>
              <a:t>acno</a:t>
            </a:r>
            <a:r>
              <a:rPr lang="en-US" sz="2000" dirty="0"/>
              <a:t>}“: Admin can delete user by account number.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"/admin/{</a:t>
            </a:r>
            <a:r>
              <a:rPr lang="en-US" sz="2000" dirty="0" err="1"/>
              <a:t>acno</a:t>
            </a:r>
            <a:r>
              <a:rPr lang="en-US" sz="2000" dirty="0"/>
              <a:t>}“:Admin can update all users record by account no.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"/admin/: Admin can get all users details.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"/admin/users/{</a:t>
            </a:r>
            <a:r>
              <a:rPr lang="en-US" sz="2000" dirty="0" err="1"/>
              <a:t>acno</a:t>
            </a:r>
            <a:r>
              <a:rPr lang="en-US" sz="2000" dirty="0"/>
              <a:t>}“: Admin can get </a:t>
            </a:r>
            <a:r>
              <a:rPr lang="en-US" sz="2000" dirty="0" err="1"/>
              <a:t>perticular</a:t>
            </a:r>
            <a:r>
              <a:rPr lang="en-US" sz="2000" dirty="0"/>
              <a:t> users details using account no.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"/admin/{n}: admin can check transaction to all users,</a:t>
            </a:r>
          </a:p>
          <a:p>
            <a:pPr marL="0" indent="0" algn="just">
              <a:buNone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305800" cy="556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APIs Under users To Do: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"/users/update/{</a:t>
            </a:r>
            <a:r>
              <a:rPr lang="en-US" dirty="0" err="1"/>
              <a:t>acno</a:t>
            </a:r>
            <a:r>
              <a:rPr lang="en-US" dirty="0"/>
              <a:t>}“:user can update his record by using his own account no.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"/users/{</a:t>
            </a:r>
            <a:r>
              <a:rPr lang="en-US" dirty="0" err="1"/>
              <a:t>acno</a:t>
            </a:r>
            <a:r>
              <a:rPr lang="en-US" dirty="0"/>
              <a:t>}/{n}“: user can check his own transaction by account no.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"/users/{</a:t>
            </a:r>
            <a:r>
              <a:rPr lang="en-US" dirty="0" err="1"/>
              <a:t>acno</a:t>
            </a:r>
            <a:r>
              <a:rPr lang="en-US" dirty="0"/>
              <a:t>}“: user can check his own balance.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"/users/{</a:t>
            </a:r>
            <a:r>
              <a:rPr lang="en-US" dirty="0" err="1"/>
              <a:t>acno</a:t>
            </a:r>
            <a:r>
              <a:rPr lang="en-US" dirty="0"/>
              <a:t>}/{acno1}/{amount}“: user can transfer money to another person.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"/users/{</a:t>
            </a:r>
            <a:r>
              <a:rPr lang="en-US" dirty="0" err="1"/>
              <a:t>acno</a:t>
            </a:r>
            <a:r>
              <a:rPr lang="en-US" dirty="0"/>
              <a:t>}“: user can </a:t>
            </a:r>
            <a:r>
              <a:rPr lang="en-US" dirty="0" err="1"/>
              <a:t>deposite</a:t>
            </a:r>
            <a:r>
              <a:rPr lang="en-US" dirty="0"/>
              <a:t> and withdraw money.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Software &amp; hardware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3000" b="1" dirty="0"/>
              <a:t>Software Requirements</a:t>
            </a:r>
          </a:p>
          <a:p>
            <a:pPr marL="457200" lvl="0" indent="-457200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-    Operating System : Windows 7, Windows 10 or Windows 11    Language              : Java</a:t>
            </a:r>
          </a:p>
          <a:p>
            <a:pPr marL="457200" lvl="0" indent="-457200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-    IDE 	                      : Spring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Boot,PostMan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lvl="0" indent="-457200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-    Backend                : Microsoft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MySQL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server</a:t>
            </a:r>
          </a:p>
          <a:p>
            <a:pPr lvl="0"/>
            <a:r>
              <a:rPr lang="en-US" sz="3000" b="1" dirty="0"/>
              <a:t>Hardware Requirements</a:t>
            </a:r>
            <a:endParaRPr lang="en-US" sz="3000" dirty="0"/>
          </a:p>
          <a:p>
            <a:pPr>
              <a:buNone/>
            </a:pPr>
            <a:r>
              <a:rPr lang="en-US" sz="2400" b="1" dirty="0"/>
              <a:t> </a:t>
            </a:r>
            <a:r>
              <a:rPr lang="en-US" sz="2000" b="1" dirty="0"/>
              <a:t>-   </a:t>
            </a:r>
            <a:r>
              <a:rPr lang="en-US" sz="2000" dirty="0"/>
              <a:t>CPU                          : Intel Pentium IV processor</a:t>
            </a:r>
          </a:p>
          <a:p>
            <a:pPr>
              <a:buNone/>
            </a:pPr>
            <a:r>
              <a:rPr lang="en-US" sz="2000" dirty="0"/>
              <a:t> -   RAM                         : 512 MB or above </a:t>
            </a:r>
          </a:p>
          <a:p>
            <a:pPr lvl="0">
              <a:buNone/>
            </a:pPr>
            <a:r>
              <a:rPr lang="en-US" sz="2000" dirty="0"/>
              <a:t>-    Hard Disk                : 2 GB hard disk space or minimum 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36638"/>
          </a:xfrm>
        </p:spPr>
        <p:txBody>
          <a:bodyPr>
            <a:noAutofit/>
          </a:bodyPr>
          <a:lstStyle/>
          <a:p>
            <a:pPr algn="ctr"/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r>
              <a:rPr lang="en-IN" b="1" u="sng" dirty="0">
                <a:latin typeface="Times New Roman" pitchFamily="18" charset="0"/>
                <a:cs typeface="Times New Roman" pitchFamily="18" charset="0"/>
              </a:rPr>
              <a:t>Features of system</a:t>
            </a:r>
            <a:br>
              <a:rPr lang="en-IN" b="1" u="sng" dirty="0">
                <a:latin typeface="Times New Roman" pitchFamily="18" charset="0"/>
                <a:cs typeface="Times New Roman" pitchFamily="18" charset="0"/>
              </a:rPr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store  user data under admin.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This application which is hit the URL  on post man and working on different task.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472" y="642918"/>
            <a:ext cx="788896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1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910" y="1857364"/>
            <a:ext cx="700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For accessing data and to store data in secure form.</a:t>
            </a:r>
            <a:endParaRPr lang="en-US" sz="2400" dirty="0"/>
          </a:p>
          <a:p>
            <a:pPr>
              <a:buFont typeface="Arial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092" y="3222235"/>
            <a:ext cx="3121429" cy="1758142"/>
          </a:xfrm>
        </p:spPr>
      </p:pic>
    </p:spTree>
    <p:extLst>
      <p:ext uri="{BB962C8B-B14F-4D97-AF65-F5344CB8AC3E}">
        <p14:creationId xmlns:p14="http://schemas.microsoft.com/office/powerpoint/2010/main" val="27490501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655</TotalTime>
  <Words>908</Words>
  <Application>Microsoft Office PowerPoint</Application>
  <PresentationFormat>On-screen Show (4:3)</PresentationFormat>
  <Paragraphs>100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  Edubridge Learning Pvt Ltd Pune</vt:lpstr>
      <vt:lpstr>PowerPoint Presentation</vt:lpstr>
      <vt:lpstr>Introduction </vt:lpstr>
      <vt:lpstr>ER Diagram</vt:lpstr>
      <vt:lpstr>WorkFlow</vt:lpstr>
      <vt:lpstr>Data Flow Diagram</vt:lpstr>
      <vt:lpstr>          Annotations ( @)</vt:lpstr>
      <vt:lpstr>PowerPoint Presentation</vt:lpstr>
      <vt:lpstr>PowerPoint Presentation</vt:lpstr>
      <vt:lpstr>PowerPoint Presentation</vt:lpstr>
      <vt:lpstr>PowerPoint Presentation</vt:lpstr>
      <vt:lpstr>Application Programming Interface(APIs)</vt:lpstr>
      <vt:lpstr>PowerPoint Presentation</vt:lpstr>
      <vt:lpstr>Software &amp; hardware used</vt:lpstr>
      <vt:lpstr>        Features of system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Walchand Institute of Technology, Solapur</dc:title>
  <dc:creator>New</dc:creator>
  <cp:lastModifiedBy>vandana thopate</cp:lastModifiedBy>
  <cp:revision>75</cp:revision>
  <dcterms:created xsi:type="dcterms:W3CDTF">2018-08-16T04:00:04Z</dcterms:created>
  <dcterms:modified xsi:type="dcterms:W3CDTF">2022-05-01T17:07:42Z</dcterms:modified>
</cp:coreProperties>
</file>